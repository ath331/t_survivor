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8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43980-D0E6-0434-3D52-059DB7FD1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A2D65A-B08F-4964-5DBD-D71AA3AE2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7EC6D0-8454-04A2-C4CC-3F20FEF3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1C524-E592-EB15-D712-747942A8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6709F5-4856-EE83-E538-C48F4EE2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56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6AB727-7F95-C975-DE28-32219C7D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F9F143-8807-E162-A931-C67D45AE6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C6DA50-3E8E-E8B7-492C-028AC62E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D01BE8-13F7-61E8-E521-A60037C5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8FBC4F-C0B1-850A-6016-E50F200F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70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F2DDB-03B9-9DF2-B487-926673EA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23AB45-5436-503A-1FC7-EBB978CC5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5FDA05-DF8F-C612-4A5E-0FC424A7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3EDD24-B4FE-70CF-DEEC-3E49CFD8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AC4446-EBBF-AC29-E630-727D4CB1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95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41587-C11E-AA3A-F9CD-DF60BC35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8941A8-CC91-BA50-2D0C-715E59FDC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1225A7-1FDC-9CBD-B0F6-0420BE9B4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3A7E31-7602-2AD9-D8C6-34208FB0D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560BC4-8C4D-6364-00B4-AE58F167F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A8FF4A-7277-4FB9-EFCF-E2ABA675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64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84FF4-D0E2-823B-C2A9-C31829DE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2C2664-72B5-4420-160A-3D386F9B6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C912B3-42ED-DED1-5108-5F6D7779C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C7D4FD-0301-71F6-2A6F-8BE4FFD9C9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D4B1B9-F090-AE29-C2DC-EB93016A0E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DEF77E-3C71-44FF-E353-E1CC6EBA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A35380-9402-4BC7-17CD-59554683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0B3024-CAD7-C93D-F6D5-312205BE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55813-CFC7-41EB-288B-EBB6AFBD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B55651-4F53-883A-B130-36AF3768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0B9CD8-21D6-1B1D-2F91-90D0B530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355E7E-0D77-4BBF-8AD2-15FE368D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66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AB4310-64D0-35F6-9CC4-96DE3A7D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7E7EBE-B7F1-1178-94D7-73F4F085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7D9C76-B633-BC58-79F8-E3B70627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4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E16C3-A3AA-2BB7-F393-77C95BBA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ECC480-0EF3-C4F1-EBA2-5504D22E9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1989C6-CC75-B484-6401-772A6469F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BA74E9-840D-56E4-E419-479B424D5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EE403C-5744-8A2A-04A8-D0255F9DF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93F004-D1F2-5727-BFA0-05FF7189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62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C34C6-EC1F-D41B-B106-389376A2A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B8F0CC-C69B-E120-89FA-C3CA4BD46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41A42D-5DFF-AD01-A94C-26D4C4BB5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72673F-A79C-57C9-2110-4DD75101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BBFCC0-1671-F49D-7AA8-4AEBEA6E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9DD21F-477A-D911-BE22-F272BE1C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545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691CA-1E29-89BB-BCD5-B42D4D6A0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A049-14E5-91A8-D55E-5F14BE1FF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11A133-AE43-477B-15DB-B27A2232A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26A940-78EC-6FB2-C47B-60155FE2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670644-EFA4-D6D9-FBA7-72B1B358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06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8B8BE1-2F19-6C9E-AFBF-3FE9E427A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CCE31A-55B9-102C-8544-A527D8B0D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5A519F-72D6-4CE3-DDE5-2454F005C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59CEB-A3FE-D564-19A7-F2CCD62B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CE8952-80C7-C540-C218-E17318B5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42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08645C-73DB-AE33-D7CB-F5640C5A0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52339-D238-620C-31FE-717BFCDB7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CBF7DE-0079-8ADA-84EE-E75CED3F8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A3764-DD0C-4BFF-AAF9-73EA21321E38}" type="datetimeFigureOut">
              <a:rPr lang="ko-KR" altLang="en-US" smtClean="0"/>
              <a:t>2025-07-05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88E28-91E8-3140-7341-7151EC0B2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A5621-65D6-12FA-D373-257C35824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CACD07-7878-4036-9B8D-EBD6EB89B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02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B91E4-C77A-8078-9306-8640BE78B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로그인 프로세스 변경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6882C1-67C1-9142-8499-1AE722E5DD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안태환</a:t>
            </a:r>
          </a:p>
        </p:txBody>
      </p:sp>
    </p:spTree>
    <p:extLst>
      <p:ext uri="{BB962C8B-B14F-4D97-AF65-F5344CB8AC3E}">
        <p14:creationId xmlns:p14="http://schemas.microsoft.com/office/powerpoint/2010/main" val="1065898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60CF01-7AC0-60F3-61B3-A13D495A35D8}"/>
              </a:ext>
            </a:extLst>
          </p:cNvPr>
          <p:cNvSpPr txBox="1"/>
          <p:nvPr/>
        </p:nvSpPr>
        <p:spPr>
          <a:xfrm>
            <a:off x="432391" y="389860"/>
            <a:ext cx="1189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현재 방식</a:t>
            </a:r>
            <a:endParaRPr lang="en-US" altLang="ko-KR" b="1" dirty="0"/>
          </a:p>
          <a:p>
            <a:endParaRPr lang="ko-KR" altLang="en-US" b="1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78146BC-9FC8-B81F-2581-12E818D42243}"/>
              </a:ext>
            </a:extLst>
          </p:cNvPr>
          <p:cNvSpPr/>
          <p:nvPr/>
        </p:nvSpPr>
        <p:spPr>
          <a:xfrm>
            <a:off x="723014" y="1807535"/>
            <a:ext cx="136805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Client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7B14273-581D-D3C1-D2CC-7A3963046E6A}"/>
              </a:ext>
            </a:extLst>
          </p:cNvPr>
          <p:cNvSpPr/>
          <p:nvPr/>
        </p:nvSpPr>
        <p:spPr>
          <a:xfrm>
            <a:off x="5291470" y="1807534"/>
            <a:ext cx="136805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Server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957A3B4-471D-FA4A-C94E-7D59414169E3}"/>
              </a:ext>
            </a:extLst>
          </p:cNvPr>
          <p:cNvCxnSpPr/>
          <p:nvPr/>
        </p:nvCxnSpPr>
        <p:spPr>
          <a:xfrm>
            <a:off x="2658140" y="1807534"/>
            <a:ext cx="2098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595819-561E-DC19-C588-EAA128E93ED2}"/>
              </a:ext>
            </a:extLst>
          </p:cNvPr>
          <p:cNvSpPr txBox="1"/>
          <p:nvPr/>
        </p:nvSpPr>
        <p:spPr>
          <a:xfrm>
            <a:off x="2771553" y="1346791"/>
            <a:ext cx="160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C_EnterLobby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E24169D-A838-64C9-9E79-BD058FC26906}"/>
              </a:ext>
            </a:extLst>
          </p:cNvPr>
          <p:cNvCxnSpPr>
            <a:cxnSpLocks/>
          </p:cNvCxnSpPr>
          <p:nvPr/>
        </p:nvCxnSpPr>
        <p:spPr>
          <a:xfrm flipH="1">
            <a:off x="2658140" y="2367516"/>
            <a:ext cx="2098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E30059-0D11-EDCD-F068-6B85BFC16B66}"/>
              </a:ext>
            </a:extLst>
          </p:cNvPr>
          <p:cNvSpPr txBox="1"/>
          <p:nvPr/>
        </p:nvSpPr>
        <p:spPr>
          <a:xfrm>
            <a:off x="2771553" y="2367516"/>
            <a:ext cx="1601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S_EnterLobby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60096C-64C1-C64F-935B-C3A0CB0ACF10}"/>
              </a:ext>
            </a:extLst>
          </p:cNvPr>
          <p:cNvSpPr txBox="1"/>
          <p:nvPr/>
        </p:nvSpPr>
        <p:spPr>
          <a:xfrm>
            <a:off x="296137" y="6157615"/>
            <a:ext cx="1054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클라이언트가 </a:t>
            </a:r>
            <a:r>
              <a:rPr lang="en-US" altLang="ko-KR" dirty="0"/>
              <a:t>UI</a:t>
            </a:r>
            <a:r>
              <a:rPr lang="ko-KR" altLang="en-US" dirty="0"/>
              <a:t>에 입력한 </a:t>
            </a:r>
            <a:r>
              <a:rPr lang="en-US" altLang="ko-KR" dirty="0"/>
              <a:t>IP, PORT</a:t>
            </a:r>
            <a:r>
              <a:rPr lang="ko-KR" altLang="en-US" dirty="0"/>
              <a:t>로 </a:t>
            </a:r>
            <a:r>
              <a:rPr lang="en-US" altLang="ko-KR" dirty="0" err="1"/>
              <a:t>C_EnterLobby</a:t>
            </a:r>
            <a:r>
              <a:rPr lang="ko-KR" altLang="en-US" dirty="0"/>
              <a:t>를 전송하고</a:t>
            </a:r>
            <a:r>
              <a:rPr lang="en-US" altLang="ko-KR" dirty="0"/>
              <a:t>, </a:t>
            </a:r>
            <a:r>
              <a:rPr lang="ko-KR" altLang="en-US" dirty="0"/>
              <a:t>서버가 응답해서 </a:t>
            </a:r>
            <a:r>
              <a:rPr lang="en-US" altLang="ko-KR" dirty="0"/>
              <a:t>Success</a:t>
            </a:r>
            <a:r>
              <a:rPr lang="ko-KR" altLang="en-US" dirty="0"/>
              <a:t>면 </a:t>
            </a:r>
            <a:r>
              <a:rPr lang="ko-KR" altLang="en-US" dirty="0" err="1"/>
              <a:t>입장됨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22B65F8-F4DC-3434-4545-889F6EAC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070" y="2823741"/>
            <a:ext cx="3544580" cy="305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6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1458F-3563-EB33-1C3C-87935D69D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87DC70-F6A8-4FFC-A744-36D0857EFAD4}"/>
              </a:ext>
            </a:extLst>
          </p:cNvPr>
          <p:cNvSpPr txBox="1"/>
          <p:nvPr/>
        </p:nvSpPr>
        <p:spPr>
          <a:xfrm>
            <a:off x="432391" y="38986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변경되는 방식</a:t>
            </a:r>
            <a:endParaRPr lang="en-US" altLang="ko-KR" b="1" dirty="0"/>
          </a:p>
          <a:p>
            <a:endParaRPr lang="ko-KR" altLang="en-US" b="1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472A8ED-3B9F-81FC-42F1-3CE795D49904}"/>
              </a:ext>
            </a:extLst>
          </p:cNvPr>
          <p:cNvSpPr/>
          <p:nvPr/>
        </p:nvSpPr>
        <p:spPr>
          <a:xfrm>
            <a:off x="723014" y="1807535"/>
            <a:ext cx="136805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Client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DFFB35D-A994-4A61-EE2B-6B6A4AC6F1D6}"/>
              </a:ext>
            </a:extLst>
          </p:cNvPr>
          <p:cNvSpPr/>
          <p:nvPr/>
        </p:nvSpPr>
        <p:spPr>
          <a:xfrm>
            <a:off x="5291470" y="1807534"/>
            <a:ext cx="136805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Server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2843FF5-8D6B-859E-29F0-1EEB86724D58}"/>
              </a:ext>
            </a:extLst>
          </p:cNvPr>
          <p:cNvCxnSpPr/>
          <p:nvPr/>
        </p:nvCxnSpPr>
        <p:spPr>
          <a:xfrm>
            <a:off x="2658140" y="1807534"/>
            <a:ext cx="2098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32D2DEE-9403-1381-4235-244C4AE05F02}"/>
              </a:ext>
            </a:extLst>
          </p:cNvPr>
          <p:cNvSpPr txBox="1"/>
          <p:nvPr/>
        </p:nvSpPr>
        <p:spPr>
          <a:xfrm>
            <a:off x="2771553" y="1346791"/>
            <a:ext cx="194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C_ServerListRead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BBC4B85-7986-E073-C212-0372159673E3}"/>
              </a:ext>
            </a:extLst>
          </p:cNvPr>
          <p:cNvCxnSpPr>
            <a:cxnSpLocks/>
          </p:cNvCxnSpPr>
          <p:nvPr/>
        </p:nvCxnSpPr>
        <p:spPr>
          <a:xfrm flipH="1">
            <a:off x="2658140" y="1984747"/>
            <a:ext cx="2098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6E89D0-12EA-7DF5-C538-1DA301090B34}"/>
              </a:ext>
            </a:extLst>
          </p:cNvPr>
          <p:cNvSpPr txBox="1"/>
          <p:nvPr/>
        </p:nvSpPr>
        <p:spPr>
          <a:xfrm>
            <a:off x="2771553" y="1984747"/>
            <a:ext cx="194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S_ServerListRead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DC98DC-A975-8C29-2479-9131F3B481B5}"/>
              </a:ext>
            </a:extLst>
          </p:cNvPr>
          <p:cNvSpPr txBox="1"/>
          <p:nvPr/>
        </p:nvSpPr>
        <p:spPr>
          <a:xfrm>
            <a:off x="524540" y="3429000"/>
            <a:ext cx="7314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로그인시</a:t>
            </a:r>
            <a:r>
              <a:rPr lang="ko-KR" altLang="en-US" dirty="0"/>
              <a:t> 처음에 </a:t>
            </a:r>
            <a:r>
              <a:rPr lang="en-US" altLang="ko-KR" dirty="0" err="1"/>
              <a:t>C_ServerListRead</a:t>
            </a:r>
            <a:r>
              <a:rPr lang="en-US" altLang="ko-KR" dirty="0"/>
              <a:t> </a:t>
            </a:r>
            <a:r>
              <a:rPr lang="ko-KR" altLang="en-US" dirty="0"/>
              <a:t>패킷으로 서버 목록을 요청한다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71C1B3-C9A6-7DD7-C2F3-7BEE52317862}"/>
              </a:ext>
            </a:extLst>
          </p:cNvPr>
          <p:cNvSpPr txBox="1"/>
          <p:nvPr/>
        </p:nvSpPr>
        <p:spPr>
          <a:xfrm>
            <a:off x="2296633" y="115950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74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74CE-375F-9543-84A8-9AE4929F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6BA2AA-F93D-15F5-32B7-4D17D213C1F5}"/>
              </a:ext>
            </a:extLst>
          </p:cNvPr>
          <p:cNvSpPr txBox="1"/>
          <p:nvPr/>
        </p:nvSpPr>
        <p:spPr>
          <a:xfrm>
            <a:off x="432391" y="38986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변경되는 방식</a:t>
            </a:r>
            <a:endParaRPr lang="en-US" altLang="ko-KR" b="1" dirty="0"/>
          </a:p>
          <a:p>
            <a:endParaRPr lang="ko-KR" altLang="en-US" b="1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83C1728-8681-4A13-32D4-1E3CA1F0A3DF}"/>
              </a:ext>
            </a:extLst>
          </p:cNvPr>
          <p:cNvSpPr/>
          <p:nvPr/>
        </p:nvSpPr>
        <p:spPr>
          <a:xfrm>
            <a:off x="723014" y="1807535"/>
            <a:ext cx="136805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Client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DFC7990-ABA0-89BF-420C-253279587E22}"/>
              </a:ext>
            </a:extLst>
          </p:cNvPr>
          <p:cNvSpPr/>
          <p:nvPr/>
        </p:nvSpPr>
        <p:spPr>
          <a:xfrm>
            <a:off x="5291470" y="1807534"/>
            <a:ext cx="1368056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Server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BE808EA-9B8F-E774-DE1A-7B0245B52673}"/>
              </a:ext>
            </a:extLst>
          </p:cNvPr>
          <p:cNvCxnSpPr/>
          <p:nvPr/>
        </p:nvCxnSpPr>
        <p:spPr>
          <a:xfrm>
            <a:off x="2658140" y="1807534"/>
            <a:ext cx="2098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89411B-29BD-9364-9695-FDC623C0803A}"/>
              </a:ext>
            </a:extLst>
          </p:cNvPr>
          <p:cNvSpPr txBox="1"/>
          <p:nvPr/>
        </p:nvSpPr>
        <p:spPr>
          <a:xfrm>
            <a:off x="2771553" y="1346791"/>
            <a:ext cx="194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C_ServerListRead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8DCB933-FC82-00C6-F950-C845C91A164B}"/>
              </a:ext>
            </a:extLst>
          </p:cNvPr>
          <p:cNvCxnSpPr>
            <a:cxnSpLocks/>
          </p:cNvCxnSpPr>
          <p:nvPr/>
        </p:nvCxnSpPr>
        <p:spPr>
          <a:xfrm flipH="1">
            <a:off x="2658140" y="1984747"/>
            <a:ext cx="2098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A15A19-ADE1-8121-F2D2-6DDBD5A78B60}"/>
              </a:ext>
            </a:extLst>
          </p:cNvPr>
          <p:cNvSpPr txBox="1"/>
          <p:nvPr/>
        </p:nvSpPr>
        <p:spPr>
          <a:xfrm>
            <a:off x="2771553" y="1984747"/>
            <a:ext cx="1947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S_ServerListRead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7CB1C2-9C84-511C-2F74-FE0972435C00}"/>
              </a:ext>
            </a:extLst>
          </p:cNvPr>
          <p:cNvSpPr txBox="1"/>
          <p:nvPr/>
        </p:nvSpPr>
        <p:spPr>
          <a:xfrm>
            <a:off x="496188" y="5248201"/>
            <a:ext cx="56891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en-US" altLang="ko-KR" dirty="0" err="1"/>
              <a:t>ServerList</a:t>
            </a:r>
            <a:r>
              <a:rPr lang="ko-KR" altLang="en-US" dirty="0"/>
              <a:t>는 </a:t>
            </a:r>
            <a:r>
              <a:rPr lang="en-US" altLang="ko-KR" dirty="0" err="1"/>
              <a:t>ServerInfo</a:t>
            </a:r>
            <a:r>
              <a:rPr lang="ko-KR" altLang="en-US" dirty="0"/>
              <a:t> 목록을 </a:t>
            </a:r>
            <a:r>
              <a:rPr lang="ko-KR" altLang="en-US" dirty="0" err="1"/>
              <a:t>들고있고</a:t>
            </a:r>
            <a:r>
              <a:rPr lang="en-US" altLang="ko-KR" dirty="0"/>
              <a:t>, </a:t>
            </a:r>
          </a:p>
          <a:p>
            <a:r>
              <a:rPr lang="en-US" altLang="ko-KR" dirty="0" err="1"/>
              <a:t>ServerInfo</a:t>
            </a:r>
            <a:r>
              <a:rPr lang="ko-KR" altLang="en-US" dirty="0"/>
              <a:t>는 </a:t>
            </a:r>
            <a:r>
              <a:rPr lang="en-US" altLang="ko-KR" dirty="0" err="1"/>
              <a:t>ServerName</a:t>
            </a:r>
            <a:r>
              <a:rPr lang="en-US" altLang="ko-KR" dirty="0"/>
              <a:t>, IP, PORT </a:t>
            </a:r>
            <a:r>
              <a:rPr lang="ko-KR" altLang="en-US" dirty="0"/>
              <a:t>정보를 담고 있다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BC230D-BC80-FA8F-D4E6-356A73851D12}"/>
              </a:ext>
            </a:extLst>
          </p:cNvPr>
          <p:cNvSpPr txBox="1"/>
          <p:nvPr/>
        </p:nvSpPr>
        <p:spPr>
          <a:xfrm>
            <a:off x="2296633" y="115950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endParaRPr lang="ko-KR" altLang="en-US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1F320B69-75F1-63F4-0305-E44E13AD9D2B}"/>
              </a:ext>
            </a:extLst>
          </p:cNvPr>
          <p:cNvCxnSpPr>
            <a:cxnSpLocks/>
            <a:stCxn id="14" idx="2"/>
          </p:cNvCxnSpPr>
          <p:nvPr/>
        </p:nvCxnSpPr>
        <p:spPr>
          <a:xfrm rot="16200000" flipH="1">
            <a:off x="3755084" y="2344501"/>
            <a:ext cx="991636" cy="10107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129347-E4E4-07AC-ED71-E7839BDE5E74}"/>
              </a:ext>
            </a:extLst>
          </p:cNvPr>
          <p:cNvSpPr/>
          <p:nvPr/>
        </p:nvSpPr>
        <p:spPr>
          <a:xfrm>
            <a:off x="4855535" y="3104707"/>
            <a:ext cx="1240466" cy="507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ServerInfo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095E1DA-DF55-EB77-C6D8-AB6003395C8F}"/>
              </a:ext>
            </a:extLst>
          </p:cNvPr>
          <p:cNvSpPr/>
          <p:nvPr/>
        </p:nvSpPr>
        <p:spPr>
          <a:xfrm>
            <a:off x="6096000" y="3104707"/>
            <a:ext cx="1240466" cy="507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ServerInfo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08F4A19-F944-D64B-764D-5AAB4F85BC35}"/>
              </a:ext>
            </a:extLst>
          </p:cNvPr>
          <p:cNvSpPr/>
          <p:nvPr/>
        </p:nvSpPr>
        <p:spPr>
          <a:xfrm>
            <a:off x="7336466" y="3104707"/>
            <a:ext cx="1240466" cy="5073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ServerInfo</a:t>
            </a:r>
            <a:endParaRPr lang="ko-KR" altLang="en-US" dirty="0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AF6EE0F1-8422-5160-FC4B-E2E353507C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44951" y="3729565"/>
            <a:ext cx="456460" cy="406158"/>
          </a:xfrm>
          <a:prstGeom prst="bentConnector3">
            <a:avLst>
              <a:gd name="adj1" fmla="val 996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793063F-8B44-F0F4-1704-35E9F101D3CC}"/>
              </a:ext>
            </a:extLst>
          </p:cNvPr>
          <p:cNvSpPr txBox="1"/>
          <p:nvPr/>
        </p:nvSpPr>
        <p:spPr>
          <a:xfrm>
            <a:off x="8647813" y="310470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 . .</a:t>
            </a:r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F21455E-B706-C9EC-C153-250400A834EB}"/>
              </a:ext>
            </a:extLst>
          </p:cNvPr>
          <p:cNvSpPr/>
          <p:nvPr/>
        </p:nvSpPr>
        <p:spPr>
          <a:xfrm>
            <a:off x="5975497" y="3859520"/>
            <a:ext cx="1807535" cy="8398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ServerName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/>
              <a:t>IP,</a:t>
            </a:r>
          </a:p>
          <a:p>
            <a:pPr algn="ctr"/>
            <a:r>
              <a:rPr lang="en-US" altLang="ko-KR" dirty="0"/>
              <a:t>Port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66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6D61-08C4-2467-D87A-6AB2A6F54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6D3440-78A2-5FBE-DCEA-8DD40A30F7EF}"/>
              </a:ext>
            </a:extLst>
          </p:cNvPr>
          <p:cNvSpPr txBox="1"/>
          <p:nvPr/>
        </p:nvSpPr>
        <p:spPr>
          <a:xfrm>
            <a:off x="432391" y="38986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변경되는 방식</a:t>
            </a:r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55BAE2-196D-7A03-96CD-803EB644A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07" y="901408"/>
            <a:ext cx="6087325" cy="52394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3B4F2E7-EB7C-B0D9-CD6A-09DC950D914B}"/>
              </a:ext>
            </a:extLst>
          </p:cNvPr>
          <p:cNvSpPr txBox="1"/>
          <p:nvPr/>
        </p:nvSpPr>
        <p:spPr>
          <a:xfrm>
            <a:off x="6889898" y="103619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7FC02498-CEFE-72B6-5813-62D207884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355" y="3609743"/>
            <a:ext cx="1651414" cy="121932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FFB92DA-708E-30B7-4D94-E8A1AC4F3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587" y="3609743"/>
            <a:ext cx="1790950" cy="40963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A359DFD-D092-CEED-9482-400A54462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587" y="4508552"/>
            <a:ext cx="1790950" cy="38105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D3CE0A4-59C3-1A1A-034B-6B0733C51BF0}"/>
              </a:ext>
            </a:extLst>
          </p:cNvPr>
          <p:cNvSpPr txBox="1"/>
          <p:nvPr/>
        </p:nvSpPr>
        <p:spPr>
          <a:xfrm>
            <a:off x="7074629" y="1036191"/>
            <a:ext cx="43652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서버 선택 버튼으로 변경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en-US" altLang="ko-KR" dirty="0" err="1"/>
              <a:t>S_ServerListRead</a:t>
            </a:r>
            <a:r>
              <a:rPr lang="ko-KR" altLang="en-US" dirty="0"/>
              <a:t>의 있는 목록들 출력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2C71514-1707-6193-4D09-5F51AD0F38B7}"/>
              </a:ext>
            </a:extLst>
          </p:cNvPr>
          <p:cNvSpPr/>
          <p:nvPr/>
        </p:nvSpPr>
        <p:spPr>
          <a:xfrm>
            <a:off x="2626355" y="3685953"/>
            <a:ext cx="1385664" cy="2410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864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1F6A-1F54-F109-5450-A71586A4C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1EEBB2-BC5D-470F-D7CD-3B3005751B45}"/>
              </a:ext>
            </a:extLst>
          </p:cNvPr>
          <p:cNvSpPr txBox="1"/>
          <p:nvPr/>
        </p:nvSpPr>
        <p:spPr>
          <a:xfrm>
            <a:off x="432391" y="38986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변경되는 방식</a:t>
            </a:r>
            <a:endParaRPr lang="en-US" altLang="ko-KR" b="1" dirty="0"/>
          </a:p>
          <a:p>
            <a:endParaRPr lang="ko-KR" altLang="en-US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4CA54DB-3E6A-893E-7833-56FB172404BC}"/>
              </a:ext>
            </a:extLst>
          </p:cNvPr>
          <p:cNvGrpSpPr/>
          <p:nvPr/>
        </p:nvGrpSpPr>
        <p:grpSpPr>
          <a:xfrm>
            <a:off x="571407" y="901408"/>
            <a:ext cx="6087325" cy="5239481"/>
            <a:chOff x="571407" y="901408"/>
            <a:chExt cx="6087325" cy="523948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A4090D0-4A90-1872-A068-235E125B5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407" y="901408"/>
              <a:ext cx="6087325" cy="5239481"/>
            </a:xfrm>
            <a:prstGeom prst="rect">
              <a:avLst/>
            </a:prstGeom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C51647D4-3938-95DB-D12C-FF4EDFFFB3EC}"/>
                </a:ext>
              </a:extLst>
            </p:cNvPr>
            <p:cNvSpPr/>
            <p:nvPr/>
          </p:nvSpPr>
          <p:spPr>
            <a:xfrm>
              <a:off x="2806996" y="4001385"/>
              <a:ext cx="1233376" cy="17012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AnT</a:t>
              </a:r>
              <a:endParaRPr lang="ko-KR" altLang="en-US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E39FF628-9D7A-D005-6A12-0260375BC443}"/>
                </a:ext>
              </a:extLst>
            </p:cNvPr>
            <p:cNvSpPr/>
            <p:nvPr/>
          </p:nvSpPr>
          <p:spPr>
            <a:xfrm>
              <a:off x="2806996" y="4228214"/>
              <a:ext cx="1233376" cy="17012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KJW</a:t>
              </a:r>
              <a:endParaRPr lang="ko-KR" alt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C9D56C9-CE9E-1DA6-4805-C4B78F455090}"/>
              </a:ext>
            </a:extLst>
          </p:cNvPr>
          <p:cNvSpPr txBox="1"/>
          <p:nvPr/>
        </p:nvSpPr>
        <p:spPr>
          <a:xfrm>
            <a:off x="6911163" y="1036191"/>
            <a:ext cx="521059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en-US" altLang="ko-KR" dirty="0" err="1"/>
              <a:t>ServerList</a:t>
            </a:r>
            <a:r>
              <a:rPr lang="ko-KR" altLang="en-US" dirty="0"/>
              <a:t>에 다음과 같은 서버 목록이 있다면</a:t>
            </a:r>
            <a:endParaRPr lang="en-US" altLang="ko-KR" dirty="0"/>
          </a:p>
          <a:p>
            <a:r>
              <a:rPr lang="en-US" altLang="ko-KR" dirty="0"/>
              <a:t>Server</a:t>
            </a:r>
            <a:r>
              <a:rPr lang="ko-KR" altLang="en-US" dirty="0"/>
              <a:t>리스트 선택 후 출력한다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ServerInfo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en-US" altLang="ko-KR" dirty="0" err="1"/>
              <a:t>ServerName</a:t>
            </a:r>
            <a:r>
              <a:rPr lang="en-US" altLang="ko-KR" dirty="0"/>
              <a:t> : </a:t>
            </a:r>
            <a:r>
              <a:rPr lang="en-US" altLang="ko-KR" dirty="0" err="1"/>
              <a:t>AnT</a:t>
            </a:r>
            <a:endParaRPr lang="en-US" altLang="ko-KR" dirty="0"/>
          </a:p>
          <a:p>
            <a:r>
              <a:rPr lang="en-US" altLang="ko-KR" dirty="0"/>
              <a:t> -&gt; IP : 172.0.0.1</a:t>
            </a:r>
          </a:p>
          <a:p>
            <a:r>
              <a:rPr lang="en-US" altLang="ko-KR" dirty="0"/>
              <a:t> -&gt; PORT : 9999</a:t>
            </a:r>
          </a:p>
          <a:p>
            <a:endParaRPr lang="en-US" altLang="ko-KR" dirty="0"/>
          </a:p>
          <a:p>
            <a:r>
              <a:rPr lang="en-US" altLang="ko-KR" dirty="0" err="1"/>
              <a:t>ServerInfo</a:t>
            </a:r>
            <a:endParaRPr lang="en-US" altLang="ko-KR" dirty="0"/>
          </a:p>
          <a:p>
            <a:r>
              <a:rPr lang="en-US" altLang="ko-KR" dirty="0"/>
              <a:t> -&gt; </a:t>
            </a:r>
            <a:r>
              <a:rPr lang="en-US" altLang="ko-KR" dirty="0" err="1"/>
              <a:t>ServerName</a:t>
            </a:r>
            <a:r>
              <a:rPr lang="en-US" altLang="ko-KR" dirty="0"/>
              <a:t> : KJW</a:t>
            </a:r>
          </a:p>
          <a:p>
            <a:r>
              <a:rPr lang="en-US" altLang="ko-KR" dirty="0"/>
              <a:t> -&gt; IP : 172.0.0.2</a:t>
            </a:r>
          </a:p>
          <a:p>
            <a:r>
              <a:rPr lang="en-US" altLang="ko-KR" dirty="0"/>
              <a:t> -&gt; PORT : 9999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E9CDC92-6D45-01B0-C037-47BBAB2622D9}"/>
              </a:ext>
            </a:extLst>
          </p:cNvPr>
          <p:cNvSpPr/>
          <p:nvPr/>
        </p:nvSpPr>
        <p:spPr>
          <a:xfrm>
            <a:off x="2806996" y="3706625"/>
            <a:ext cx="1027813" cy="1701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Server</a:t>
            </a:r>
            <a:endParaRPr lang="ko-KR" altLang="en-US" dirty="0"/>
          </a:p>
        </p:txBody>
      </p:sp>
      <p:sp>
        <p:nvSpPr>
          <p:cNvPr id="3" name="L 도형 2">
            <a:extLst>
              <a:ext uri="{FF2B5EF4-FFF2-40B4-BE49-F238E27FC236}">
                <a16:creationId xmlns:a16="http://schemas.microsoft.com/office/drawing/2014/main" id="{D26B7E1E-7493-7651-683B-3C6E8FC032C0}"/>
              </a:ext>
            </a:extLst>
          </p:cNvPr>
          <p:cNvSpPr/>
          <p:nvPr/>
        </p:nvSpPr>
        <p:spPr>
          <a:xfrm rot="20925846">
            <a:off x="3983665" y="3383515"/>
            <a:ext cx="517451" cy="370367"/>
          </a:xfrm>
          <a:prstGeom prst="corner">
            <a:avLst>
              <a:gd name="adj1" fmla="val 7895"/>
              <a:gd name="adj2" fmla="val 789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16144-4A09-AB02-D74F-1D54D8145CE0}"/>
              </a:ext>
            </a:extLst>
          </p:cNvPr>
          <p:cNvSpPr txBox="1"/>
          <p:nvPr/>
        </p:nvSpPr>
        <p:spPr>
          <a:xfrm>
            <a:off x="4242390" y="333467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클릭</a:t>
            </a:r>
            <a:r>
              <a:rPr lang="en-US" altLang="ko-K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  <a:endParaRPr lang="ko-KR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107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CB40E-467D-4C50-2D83-32718498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C20F72-D6F8-8BDD-C29F-A79DA8EC6F58}"/>
              </a:ext>
            </a:extLst>
          </p:cNvPr>
          <p:cNvSpPr txBox="1"/>
          <p:nvPr/>
        </p:nvSpPr>
        <p:spPr>
          <a:xfrm>
            <a:off x="432391" y="38986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변경되는 방식</a:t>
            </a:r>
            <a:endParaRPr lang="en-US" altLang="ko-KR" b="1" dirty="0"/>
          </a:p>
          <a:p>
            <a:endParaRPr lang="ko-KR" altLang="en-US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855D1DB-73C6-B2EA-1D38-90EC501C01D0}"/>
              </a:ext>
            </a:extLst>
          </p:cNvPr>
          <p:cNvGrpSpPr/>
          <p:nvPr/>
        </p:nvGrpSpPr>
        <p:grpSpPr>
          <a:xfrm>
            <a:off x="571407" y="901408"/>
            <a:ext cx="6087325" cy="5239481"/>
            <a:chOff x="571407" y="901408"/>
            <a:chExt cx="6087325" cy="523948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C95CC02-D1F0-AB85-DD01-9CC0F2C19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407" y="901408"/>
              <a:ext cx="6087325" cy="5239481"/>
            </a:xfrm>
            <a:prstGeom prst="rect">
              <a:avLst/>
            </a:prstGeom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92A77D9-F0D6-E682-6F46-8D40505B7BB5}"/>
                </a:ext>
              </a:extLst>
            </p:cNvPr>
            <p:cNvSpPr/>
            <p:nvPr/>
          </p:nvSpPr>
          <p:spPr>
            <a:xfrm>
              <a:off x="2806996" y="4001385"/>
              <a:ext cx="1233376" cy="170121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AnT</a:t>
              </a:r>
              <a:endParaRPr lang="ko-KR" altLang="en-US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D206F12-4320-B3CB-82D6-4512783C378F}"/>
                </a:ext>
              </a:extLst>
            </p:cNvPr>
            <p:cNvSpPr/>
            <p:nvPr/>
          </p:nvSpPr>
          <p:spPr>
            <a:xfrm>
              <a:off x="2806996" y="4228214"/>
              <a:ext cx="1233376" cy="170121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KJW</a:t>
              </a:r>
              <a:endParaRPr lang="ko-KR" alt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1554476-4A4F-1EE4-E5A1-C8BFBF1318E6}"/>
              </a:ext>
            </a:extLst>
          </p:cNvPr>
          <p:cNvSpPr txBox="1"/>
          <p:nvPr/>
        </p:nvSpPr>
        <p:spPr>
          <a:xfrm>
            <a:off x="6911163" y="1036191"/>
            <a:ext cx="53287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서버 </a:t>
            </a:r>
            <a:r>
              <a:rPr lang="ko-KR" altLang="en-US" dirty="0" err="1"/>
              <a:t>선택시</a:t>
            </a:r>
            <a:r>
              <a:rPr lang="ko-KR" altLang="en-US" dirty="0"/>
              <a:t> 해당 버튼 밝게 처리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Connect</a:t>
            </a:r>
            <a:r>
              <a:rPr lang="ko-KR" altLang="en-US" dirty="0"/>
              <a:t>시 선택된 버튼의 </a:t>
            </a:r>
            <a:r>
              <a:rPr lang="en-US" altLang="ko-KR" dirty="0"/>
              <a:t>IP,PORT</a:t>
            </a:r>
            <a:r>
              <a:rPr lang="ko-KR" altLang="en-US" dirty="0"/>
              <a:t>로</a:t>
            </a:r>
            <a:r>
              <a:rPr lang="en-US" altLang="ko-KR" dirty="0" err="1"/>
              <a:t>C_EnterLobby</a:t>
            </a:r>
            <a:endParaRPr lang="ko-KR" altLang="en-US" dirty="0"/>
          </a:p>
          <a:p>
            <a:r>
              <a:rPr lang="ko-KR" altLang="en-US" dirty="0"/>
              <a:t> 전송 </a:t>
            </a:r>
            <a:r>
              <a:rPr lang="en-US" altLang="ko-KR" dirty="0"/>
              <a:t>( </a:t>
            </a:r>
            <a:r>
              <a:rPr lang="ko-KR" altLang="en-US" dirty="0"/>
              <a:t>기존 방식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C9EEBD2-3111-51AF-C227-1147157308EB}"/>
              </a:ext>
            </a:extLst>
          </p:cNvPr>
          <p:cNvSpPr/>
          <p:nvPr/>
        </p:nvSpPr>
        <p:spPr>
          <a:xfrm>
            <a:off x="2806996" y="3706625"/>
            <a:ext cx="1027813" cy="17012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Server</a:t>
            </a:r>
            <a:endParaRPr lang="ko-KR" altLang="en-US" dirty="0"/>
          </a:p>
        </p:txBody>
      </p:sp>
      <p:sp>
        <p:nvSpPr>
          <p:cNvPr id="3" name="L 도형 2">
            <a:extLst>
              <a:ext uri="{FF2B5EF4-FFF2-40B4-BE49-F238E27FC236}">
                <a16:creationId xmlns:a16="http://schemas.microsoft.com/office/drawing/2014/main" id="{D60AE756-16B4-E8E1-6813-911D2A833049}"/>
              </a:ext>
            </a:extLst>
          </p:cNvPr>
          <p:cNvSpPr/>
          <p:nvPr/>
        </p:nvSpPr>
        <p:spPr>
          <a:xfrm rot="20925846">
            <a:off x="3983665" y="3606501"/>
            <a:ext cx="517451" cy="370367"/>
          </a:xfrm>
          <a:prstGeom prst="corner">
            <a:avLst>
              <a:gd name="adj1" fmla="val 7895"/>
              <a:gd name="adj2" fmla="val 789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E1E87-310B-4020-5426-16065644ED68}"/>
              </a:ext>
            </a:extLst>
          </p:cNvPr>
          <p:cNvSpPr txBox="1"/>
          <p:nvPr/>
        </p:nvSpPr>
        <p:spPr>
          <a:xfrm>
            <a:off x="4242390" y="350741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클릭</a:t>
            </a:r>
            <a:r>
              <a:rPr lang="en-US" altLang="ko-K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  <a:endParaRPr lang="ko-KR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34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883C-7604-C571-F0F8-1F8AEFDE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EB444F-DB2C-BE3B-9192-651746FE9AC4}"/>
              </a:ext>
            </a:extLst>
          </p:cNvPr>
          <p:cNvSpPr txBox="1"/>
          <p:nvPr/>
        </p:nvSpPr>
        <p:spPr>
          <a:xfrm>
            <a:off x="432391" y="389860"/>
            <a:ext cx="16514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변경되는 방식</a:t>
            </a:r>
            <a:endParaRPr lang="en-US" altLang="ko-KR" b="1" dirty="0"/>
          </a:p>
          <a:p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3E34B0-1D8D-3A11-D309-601050E64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07" y="901408"/>
            <a:ext cx="6087325" cy="52394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FADD25D-39EE-654A-7D3B-F2933329EA01}"/>
              </a:ext>
            </a:extLst>
          </p:cNvPr>
          <p:cNvSpPr txBox="1"/>
          <p:nvPr/>
        </p:nvSpPr>
        <p:spPr>
          <a:xfrm>
            <a:off x="6889898" y="103619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  <a:p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436D127E-758E-ABDE-991A-00DF7A80D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355" y="3609743"/>
            <a:ext cx="1651414" cy="121932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F2658AC-0CB1-66CF-C2E9-C7478645F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587" y="3609743"/>
            <a:ext cx="1790950" cy="40963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DFAB490-BE78-DA2D-EA69-9D0148D74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587" y="4508552"/>
            <a:ext cx="1790950" cy="38105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339DA31-D3EC-E9F8-AB7D-2134DA82FCF8}"/>
              </a:ext>
            </a:extLst>
          </p:cNvPr>
          <p:cNvSpPr txBox="1"/>
          <p:nvPr/>
        </p:nvSpPr>
        <p:spPr>
          <a:xfrm>
            <a:off x="7074629" y="1036191"/>
            <a:ext cx="509306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로컬서버 버튼 추가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FontTx/>
              <a:buAutoNum type="arabicPeriod"/>
            </a:pPr>
            <a:r>
              <a:rPr lang="ko-KR" altLang="en-US" dirty="0"/>
              <a:t>로컬서버 체크 박스가 </a:t>
            </a:r>
            <a:r>
              <a:rPr lang="en-US" altLang="ko-KR" dirty="0"/>
              <a:t>On</a:t>
            </a:r>
            <a:r>
              <a:rPr lang="ko-KR" altLang="en-US" dirty="0" err="1"/>
              <a:t>일때는</a:t>
            </a:r>
            <a:r>
              <a:rPr lang="ko-KR" altLang="en-US" dirty="0"/>
              <a:t> 서버버튼을</a:t>
            </a:r>
            <a:endParaRPr lang="en-US" altLang="ko-KR" dirty="0"/>
          </a:p>
          <a:p>
            <a:r>
              <a:rPr lang="ko-KR" altLang="en-US" dirty="0" err="1"/>
              <a:t>딤드</a:t>
            </a:r>
            <a:r>
              <a:rPr lang="ko-KR" altLang="en-US" dirty="0"/>
              <a:t> 처리하고</a:t>
            </a:r>
            <a:r>
              <a:rPr lang="en-US" altLang="ko-KR" dirty="0"/>
              <a:t>, </a:t>
            </a:r>
            <a:r>
              <a:rPr lang="ko-KR" altLang="en-US" dirty="0"/>
              <a:t>루프백주소 </a:t>
            </a:r>
            <a:r>
              <a:rPr lang="en-US" altLang="ko-KR" dirty="0"/>
              <a:t>127.0.0.1 </a:t>
            </a:r>
            <a:r>
              <a:rPr lang="ko-KR" altLang="en-US" dirty="0"/>
              <a:t>로만 연결</a:t>
            </a:r>
            <a:endParaRPr lang="en-US" altLang="ko-KR" dirty="0"/>
          </a:p>
          <a:p>
            <a:r>
              <a:rPr lang="ko-KR" altLang="en-US" dirty="0"/>
              <a:t>하는 기능 추가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88E3852-F0CA-2024-4879-FF09FDE7D6B2}"/>
              </a:ext>
            </a:extLst>
          </p:cNvPr>
          <p:cNvSpPr/>
          <p:nvPr/>
        </p:nvSpPr>
        <p:spPr>
          <a:xfrm>
            <a:off x="2626355" y="3685953"/>
            <a:ext cx="1385664" cy="24100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Server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855E761-ED9B-8DAE-9E85-51D99E62EC54}"/>
              </a:ext>
            </a:extLst>
          </p:cNvPr>
          <p:cNvSpPr/>
          <p:nvPr/>
        </p:nvSpPr>
        <p:spPr>
          <a:xfrm>
            <a:off x="4347537" y="3685953"/>
            <a:ext cx="316612" cy="2410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L 도형 2">
            <a:extLst>
              <a:ext uri="{FF2B5EF4-FFF2-40B4-BE49-F238E27FC236}">
                <a16:creationId xmlns:a16="http://schemas.microsoft.com/office/drawing/2014/main" id="{EF8BB928-06A7-5B7B-76D5-EF53C757DEF9}"/>
              </a:ext>
            </a:extLst>
          </p:cNvPr>
          <p:cNvSpPr/>
          <p:nvPr/>
        </p:nvSpPr>
        <p:spPr>
          <a:xfrm rot="20925846">
            <a:off x="4475192" y="3343421"/>
            <a:ext cx="517451" cy="370367"/>
          </a:xfrm>
          <a:prstGeom prst="corner">
            <a:avLst>
              <a:gd name="adj1" fmla="val 7895"/>
              <a:gd name="adj2" fmla="val 789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CA15F-215F-656C-FBA3-1634FFED9AFC}"/>
              </a:ext>
            </a:extLst>
          </p:cNvPr>
          <p:cNvSpPr txBox="1"/>
          <p:nvPr/>
        </p:nvSpPr>
        <p:spPr>
          <a:xfrm>
            <a:off x="4733917" y="324433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클릭</a:t>
            </a:r>
            <a:r>
              <a:rPr lang="en-US" altLang="ko-K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  <a:endParaRPr lang="ko-KR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44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222</Words>
  <Application>Microsoft Office PowerPoint</Application>
  <PresentationFormat>와이드스크린</PresentationFormat>
  <Paragraphs>69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로그인 프로세스 변경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TaeHwan An</dc:creator>
  <cp:lastModifiedBy>TaeHwan An</cp:lastModifiedBy>
  <cp:revision>28</cp:revision>
  <dcterms:created xsi:type="dcterms:W3CDTF">2025-07-04T12:07:13Z</dcterms:created>
  <dcterms:modified xsi:type="dcterms:W3CDTF">2025-07-05T04:40:14Z</dcterms:modified>
</cp:coreProperties>
</file>